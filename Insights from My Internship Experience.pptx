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2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8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5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9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2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3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9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13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6550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95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01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54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54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4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CFBE5EB-60D6-4F75-AF37-8F83AD6DDF96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BE71DA5-344F-4BD6-8135-29D0B4843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9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  <p:sldLayoutId id="2147483995" r:id="rId13"/>
    <p:sldLayoutId id="2147483996" r:id="rId14"/>
    <p:sldLayoutId id="2147483997" r:id="rId15"/>
    <p:sldLayoutId id="2147483998" r:id="rId16"/>
    <p:sldLayoutId id="2147483999" r:id="rId17"/>
    <p:sldLayoutId id="214748400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03631C-E188-E048-F46E-C918EFC1EC78}"/>
              </a:ext>
            </a:extLst>
          </p:cNvPr>
          <p:cNvSpPr txBox="1"/>
          <p:nvPr/>
        </p:nvSpPr>
        <p:spPr>
          <a:xfrm>
            <a:off x="2009782" y="1402312"/>
            <a:ext cx="8172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Insights from My Internship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6E243-F042-B41C-5188-DEA927DF816B}"/>
              </a:ext>
            </a:extLst>
          </p:cNvPr>
          <p:cNvSpPr txBox="1"/>
          <p:nvPr/>
        </p:nvSpPr>
        <p:spPr>
          <a:xfrm>
            <a:off x="2857763" y="2479528"/>
            <a:ext cx="64764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Infosys Springboard Internship</a:t>
            </a:r>
          </a:p>
          <a:p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E5EE8-D072-3D51-665B-AF281C36830A}"/>
              </a:ext>
            </a:extLst>
          </p:cNvPr>
          <p:cNvSpPr txBox="1"/>
          <p:nvPr/>
        </p:nvSpPr>
        <p:spPr>
          <a:xfrm>
            <a:off x="2420944" y="3429000"/>
            <a:ext cx="7350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Election Analytics Project (</a:t>
            </a:r>
            <a:r>
              <a:rPr lang="en-US" sz="32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ElectViz</a:t>
            </a:r>
            <a:r>
              <a:rPr lang="en-US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40767-3496-A5E6-AC50-F99178A1391D}"/>
              </a:ext>
            </a:extLst>
          </p:cNvPr>
          <p:cNvSpPr txBox="1"/>
          <p:nvPr/>
        </p:nvSpPr>
        <p:spPr>
          <a:xfrm>
            <a:off x="4379011" y="4506218"/>
            <a:ext cx="3433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By: Gajavadan T</a:t>
            </a:r>
          </a:p>
        </p:txBody>
      </p:sp>
      <p:pic>
        <p:nvPicPr>
          <p:cNvPr id="1032" name="Picture 8" descr="Springboard- Europe">
            <a:extLst>
              <a:ext uri="{FF2B5EF4-FFF2-40B4-BE49-F238E27FC236}">
                <a16:creationId xmlns:a16="http://schemas.microsoft.com/office/drawing/2014/main" id="{AA97E942-B8B5-0F1B-7AD0-42EDBEBFD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174" y="129865"/>
            <a:ext cx="1240193" cy="71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562889-C3A9-7A6F-1DE1-70279A61AA48}"/>
              </a:ext>
            </a:extLst>
          </p:cNvPr>
          <p:cNvSpPr txBox="1"/>
          <p:nvPr/>
        </p:nvSpPr>
        <p:spPr>
          <a:xfrm>
            <a:off x="393895" y="6288258"/>
            <a:ext cx="54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Infosys Springboard – Election Analytics Project (</a:t>
            </a:r>
            <a:r>
              <a:rPr lang="en-US" dirty="0" err="1"/>
              <a:t>ElectViz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116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863D2C-3FF0-166C-FCF9-5D817AF58C49}"/>
              </a:ext>
            </a:extLst>
          </p:cNvPr>
          <p:cNvSpPr txBox="1"/>
          <p:nvPr/>
        </p:nvSpPr>
        <p:spPr>
          <a:xfrm>
            <a:off x="603727" y="1139485"/>
            <a:ext cx="3345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Overview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0AAC4D0-4C34-AAAF-408C-2C68905FA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99" y="1541380"/>
            <a:ext cx="5534476" cy="430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Created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Netflix Dashboard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(content analysis)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Collected datasets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2 states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(Lok Sabha, Vidhan Sabha, by-elections)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Built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M5 Party &amp; Candidate Tracker Dashboard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Managed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GitHub repo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for dataset uploads</a:t>
            </a:r>
          </a:p>
        </p:txBody>
      </p:sp>
      <p:pic>
        <p:nvPicPr>
          <p:cNvPr id="10" name="Picture 8" descr="Springboard- Europe">
            <a:extLst>
              <a:ext uri="{FF2B5EF4-FFF2-40B4-BE49-F238E27FC236}">
                <a16:creationId xmlns:a16="http://schemas.microsoft.com/office/drawing/2014/main" id="{B3156FBF-5E01-5B7E-2344-03264B7A3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6030" y="129865"/>
            <a:ext cx="1020337" cy="58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207A01-F93C-830F-6F80-9CED6EE90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375" y="1139485"/>
            <a:ext cx="6217992" cy="2750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A4E610-BEE4-83FE-E031-1BC5D9057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376" y="3947820"/>
            <a:ext cx="6217991" cy="23008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DCF96A-65EC-DECD-0C84-B04A98A901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375" y="3947820"/>
            <a:ext cx="6209726" cy="2328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CB258F-85D0-598F-DE4C-74D135CA1F87}"/>
              </a:ext>
            </a:extLst>
          </p:cNvPr>
          <p:cNvSpPr txBox="1"/>
          <p:nvPr/>
        </p:nvSpPr>
        <p:spPr>
          <a:xfrm>
            <a:off x="393895" y="6288258"/>
            <a:ext cx="54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Infosys Springboard – Election Analytics Project (</a:t>
            </a:r>
            <a:r>
              <a:rPr lang="en-US" dirty="0" err="1"/>
              <a:t>ElectViz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711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CC75-7E3D-CE32-D4EE-3D62F3FC4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Skills Gained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7AD0FD-C295-9E40-AB29-BDE2BAABD19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265466" y="1911084"/>
            <a:ext cx="4547285" cy="3035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Data Collection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Data Analysis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Dashboard Creation</a:t>
            </a:r>
          </a:p>
        </p:txBody>
      </p:sp>
      <p:pic>
        <p:nvPicPr>
          <p:cNvPr id="5" name="Picture 8" descr="Springboard- Europe">
            <a:extLst>
              <a:ext uri="{FF2B5EF4-FFF2-40B4-BE49-F238E27FC236}">
                <a16:creationId xmlns:a16="http://schemas.microsoft.com/office/drawing/2014/main" id="{3784A538-8E4C-03A7-53B1-88332E80E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0659" y="296588"/>
            <a:ext cx="1097251" cy="631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7485DD-B1ED-E34C-2148-75976AED8C85}"/>
              </a:ext>
            </a:extLst>
          </p:cNvPr>
          <p:cNvSpPr txBox="1"/>
          <p:nvPr/>
        </p:nvSpPr>
        <p:spPr>
          <a:xfrm>
            <a:off x="393895" y="6288258"/>
            <a:ext cx="54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Infosys Springboard – Election Analytics Project (</a:t>
            </a:r>
            <a:r>
              <a:rPr lang="en-US" dirty="0" err="1"/>
              <a:t>ElectViz</a:t>
            </a:r>
            <a:r>
              <a:rPr lang="en-US" dirty="0"/>
              <a:t>)</a:t>
            </a:r>
          </a:p>
        </p:txBody>
      </p:sp>
      <p:pic>
        <p:nvPicPr>
          <p:cNvPr id="3075" name="Picture 3" descr="IBM Cognos Analytics releases – what's new | QMetrix">
            <a:extLst>
              <a:ext uri="{FF2B5EF4-FFF2-40B4-BE49-F238E27FC236}">
                <a16:creationId xmlns:a16="http://schemas.microsoft.com/office/drawing/2014/main" id="{2A1C045A-3A65-60C8-5B57-4ED8E325F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323" y="1753883"/>
            <a:ext cx="5974902" cy="335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34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75CB-3478-8CEE-DE16-3B5A2B5E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5 Party &amp; Candidate Tracker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6740B7-FB48-7ACC-35E6-A8F4742C4BA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214694"/>
            <a:ext cx="8680392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bypoll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general election results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India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State, Year, Party (dynamic updates)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Winning Parties: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Bar chart with standardized colors, Congress – Blue | BJP – Saffron | CPM – Red | Others – Grey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 Performance: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Vote share &amp; margin table with highlights</a:t>
            </a:r>
          </a:p>
        </p:txBody>
      </p:sp>
      <p:pic>
        <p:nvPicPr>
          <p:cNvPr id="5" name="Picture 8" descr="Springboard- Europe">
            <a:extLst>
              <a:ext uri="{FF2B5EF4-FFF2-40B4-BE49-F238E27FC236}">
                <a16:creationId xmlns:a16="http://schemas.microsoft.com/office/drawing/2014/main" id="{0CA46ADD-E813-3000-B15D-7759CF55D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529" y="247646"/>
            <a:ext cx="1092591" cy="62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2A04E2-E875-A3F2-E535-38F548CBF9B3}"/>
              </a:ext>
            </a:extLst>
          </p:cNvPr>
          <p:cNvSpPr txBox="1"/>
          <p:nvPr/>
        </p:nvSpPr>
        <p:spPr>
          <a:xfrm>
            <a:off x="393895" y="6288258"/>
            <a:ext cx="54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Infosys Springboard – Election Analytics Project (</a:t>
            </a:r>
            <a:r>
              <a:rPr lang="en-US" dirty="0" err="1"/>
              <a:t>ElectViz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370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B80F-2917-100F-6AAC-36E3AB365D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932187"/>
            <a:ext cx="5181914" cy="5637425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Map: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Geographic visualization grouped into 4 categories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Over Time: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chart showing voter trends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KPIs: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Snapshot of total wins &amp; contesting parties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theme: black background, Segoe UI fonts, party color palette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8" descr="Springboard- Europe">
            <a:extLst>
              <a:ext uri="{FF2B5EF4-FFF2-40B4-BE49-F238E27FC236}">
                <a16:creationId xmlns:a16="http://schemas.microsoft.com/office/drawing/2014/main" id="{B19E3B3C-726B-FF49-1CC0-59AC3C70B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529" y="247646"/>
            <a:ext cx="1092591" cy="62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61F79B-6006-3A8E-1316-C0EE60BAB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978" y="932186"/>
            <a:ext cx="5874141" cy="4371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CEB830-E7C1-9218-2869-08D1925E84AB}"/>
              </a:ext>
            </a:extLst>
          </p:cNvPr>
          <p:cNvSpPr txBox="1"/>
          <p:nvPr/>
        </p:nvSpPr>
        <p:spPr>
          <a:xfrm>
            <a:off x="393895" y="6288258"/>
            <a:ext cx="54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Infosys Springboard – Election Analytics Project (</a:t>
            </a:r>
            <a:r>
              <a:rPr lang="en-US" dirty="0" err="1"/>
              <a:t>ElectViz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322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7B03-29DC-5947-AD1F-D115C888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53478"/>
            <a:ext cx="10364451" cy="15961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047DED-FEDF-31EF-2A3E-76B206770B0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66993" y="1583078"/>
            <a:ext cx="8900193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collection → cleaning → analysis → visualization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skills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(slicers, KPIs, maps, charts)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Understood importance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standardization &amp; accuracy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GitHub &amp; clear communication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skills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professional dashboards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confidence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under pressure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 descr="Springboard- Europe">
            <a:extLst>
              <a:ext uri="{FF2B5EF4-FFF2-40B4-BE49-F238E27FC236}">
                <a16:creationId xmlns:a16="http://schemas.microsoft.com/office/drawing/2014/main" id="{B9120B67-317B-CCCD-C89F-CADC3CB9B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529" y="247646"/>
            <a:ext cx="1092591" cy="62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52D4F4-A36F-6D38-5066-BCAEC52FC10D}"/>
              </a:ext>
            </a:extLst>
          </p:cNvPr>
          <p:cNvSpPr txBox="1"/>
          <p:nvPr/>
        </p:nvSpPr>
        <p:spPr>
          <a:xfrm>
            <a:off x="393895" y="6288258"/>
            <a:ext cx="54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Infosys Springboard – Election Analytics Project (</a:t>
            </a:r>
            <a:r>
              <a:rPr lang="en-US" dirty="0" err="1"/>
              <a:t>ElectViz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6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57F1-D408-7BE5-AF11-0310A4E6D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81354"/>
            <a:ext cx="10364451" cy="15961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BC2578-86FC-4C72-CBB5-57CA34C9B62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96147" y="1313907"/>
            <a:ext cx="10199703" cy="4747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was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 journey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learning with real-world application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skills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analytics, visualization, teamwork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Grew personally: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confidence, adaptability, discipline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M5 Dashboard, state datasets, Netflix dashboard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internship has been a stepping stone toward my career as a data analyst. The skills, confidence, and mindset I’ve gained will guide me in every future project.”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 descr="Springboard- Europe">
            <a:extLst>
              <a:ext uri="{FF2B5EF4-FFF2-40B4-BE49-F238E27FC236}">
                <a16:creationId xmlns:a16="http://schemas.microsoft.com/office/drawing/2014/main" id="{E4B1F080-FBB5-D366-6751-1B867CC1D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529" y="247646"/>
            <a:ext cx="1092591" cy="62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EAE604-DFBA-AF4C-BDA0-177371D161E8}"/>
              </a:ext>
            </a:extLst>
          </p:cNvPr>
          <p:cNvSpPr txBox="1"/>
          <p:nvPr/>
        </p:nvSpPr>
        <p:spPr>
          <a:xfrm>
            <a:off x="393895" y="6288258"/>
            <a:ext cx="54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Infosys Springboard – Election Analytics Project (</a:t>
            </a:r>
            <a:r>
              <a:rPr lang="en-US" dirty="0" err="1"/>
              <a:t>ElectViz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54873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102</TotalTime>
  <Words>354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Courier New</vt:lpstr>
      <vt:lpstr>Segoe UI Black</vt:lpstr>
      <vt:lpstr>Segoe UI Semibold</vt:lpstr>
      <vt:lpstr>Times New Roman</vt:lpstr>
      <vt:lpstr>Tw Cen MT</vt:lpstr>
      <vt:lpstr>Droplet</vt:lpstr>
      <vt:lpstr>PowerPoint Presentation</vt:lpstr>
      <vt:lpstr>PowerPoint Presentation</vt:lpstr>
      <vt:lpstr>Skills Gained</vt:lpstr>
      <vt:lpstr>Milestone 5 Party &amp; Candidate Tracker Dashboard</vt:lpstr>
      <vt:lpstr>PowerPoint Presentation</vt:lpstr>
      <vt:lpstr>Key Takeaways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Gajavadan T</dc:creator>
  <cp:lastModifiedBy>Gajavadan T</cp:lastModifiedBy>
  <cp:revision>12</cp:revision>
  <dcterms:created xsi:type="dcterms:W3CDTF">2026-03-06T07:41:54Z</dcterms:created>
  <dcterms:modified xsi:type="dcterms:W3CDTF">2026-03-06T09:24:19Z</dcterms:modified>
</cp:coreProperties>
</file>